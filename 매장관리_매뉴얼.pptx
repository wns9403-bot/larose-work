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999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매장관리 매뉴얼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A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점검표 기반  |  총점 70점  |  9개 관리 영역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4572000" cy="548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핸드빌 · 유입 · 응대 · 판매 · 고객관리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프로모션 · 에이브랩스 · 트위닛 · 근태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관리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1417320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3252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0" y="1920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관리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4178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172968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0916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36758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관리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63440" y="4178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95360" y="3172968"/>
            <a:ext cx="3566160" cy="13716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73252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0" y="36758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프로모션 활용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86800" y="4178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 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928616"/>
            <a:ext cx="3566160" cy="13716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5800" y="5020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" y="54315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에이브랩스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0080" y="5934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 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928616"/>
            <a:ext cx="3566160" cy="13716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09160" y="5020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63440" y="54315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트위닛 활용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663440" y="5934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 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95360" y="4928616"/>
            <a:ext cx="3566160" cy="137160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732520" y="5020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86800" y="54315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관리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686800" y="5934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8점 · 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핸드빌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S등급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23042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선정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유동인구가 많고 타겟 고객 동선에 배치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타임테이블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시간대·담당자·구역이 명확히 계획되어 있을 것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인사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고객에게 눈 맞춤 + 밝은 인사 필수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안전사고 방지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통행 방해 금지, 넓은 공간 확보, 무리한 접근 자제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암묵적 고객 동의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거부 의사 표현 시 즉시 응대 중단, 강요 절대 금지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57432" cy="1271016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" y="5166360"/>
            <a:ext cx="112471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핸드빌은 브랜드의 첫인상 — 밝고 단정한 복장과 태도 유지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타임테이블은 주간 단위로 사전 작성 후 팀 전체 공유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특이사항(고객 불만, 위험상황) 발생 시 즉시 팀장 보고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유입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S등급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23042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상시 핸드빌 진행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영업시간 중 공백 없이 핸드빌 인원 배치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2회 이상 유입 시도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고객에게 자연스럽게 최소 2회 유입 시도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착석 유도 or 트위닛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유입 고객에게 즉시 착석 or 트위닛 측정 안내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환기성 응대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관심사·피부 고민을 빠르게 파악해 대화 유도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수전 유도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 진입 고객에게 수분 측정 등 체험 유도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57432" cy="141732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스크립트 예시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"안녕하세요! 오늘 피부 수분 측정 무료로 해드리고 있어요.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잠깐만 들어오셔서 체험해 보실래요? 2~3분이면 돼요."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261" y="39525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고객 응대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 인사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"어서오세요! 반갑습니다."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1965960"/>
            <a:ext cx="137160" cy="320040"/>
          </a:xfrm>
          <a:prstGeom prst="rightArrow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18745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환기성 응대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2677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피부 고민 파악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1965960"/>
            <a:ext cx="137160" cy="320040"/>
          </a:xfrm>
          <a:prstGeom prst="rightArrow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3504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18745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수분 측정 유도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22677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트위닛 or 유수분 측정기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1965960"/>
            <a:ext cx="137160" cy="320040"/>
          </a:xfrm>
          <a:prstGeom prst="rightArrow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869680" y="14630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869680" y="1508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69680" y="18745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브랜드·제품 소개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0" y="22677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결과에 맞는 제품 안내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576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수분스틱 설명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8679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고객 필수 설명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63240" y="3566160"/>
            <a:ext cx="137160" cy="320040"/>
          </a:xfrm>
          <a:prstGeom prst="rightArrow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20040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00400" y="3474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리갈패드 작성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63240" y="38679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+ 광고성 동의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3566160"/>
            <a:ext cx="137160" cy="320040"/>
          </a:xfrm>
          <a:prstGeom prst="rightArrow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03620" y="3122676"/>
            <a:ext cx="2697480" cy="132588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 36"/>
          <p:cNvSpPr/>
          <p:nvPr/>
        </p:nvSpPr>
        <p:spPr>
          <a:xfrm>
            <a:off x="6035040" y="3183735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03620" y="3540519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인사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6646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 유도 멘트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6108192"/>
            <a:ext cx="11457432" cy="923544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6199632"/>
            <a:ext cx="11247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루틴은 팀 전체가 동일하게 숙지하고 실행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유입수·수전응대 카운팅 — 담당자 지정하여 누락 방지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판매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S등급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5029200" cy="2633472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E카운트 사용법 숙지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 유형별 구분 입력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매장시트 필수탭 활용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월 행사 파악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데일리리포트 기록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17320"/>
          <a:ext cx="6153912" cy="29443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구매 고객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재구매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이전 구매 이력 있는 고객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수분 측정 후 구매 고객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선물 목적 구매 고객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환기성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지나다 유입된 고객의 구매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980B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트위닛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트위닛 측정 후 구매 고객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0" y="1005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E카운트 판매 유형 기준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65760" y="6126480"/>
            <a:ext cx="11457432" cy="923544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502920" y="6217920"/>
            <a:ext cx="11247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발생 즉시 E카운트 유형 구분 입력 — 사후 수정 지양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데일리리포트는 마감 전 반드시 완료 | 월초 행사 일정 팀 공지 필수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고객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10점 · S등급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26883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팀회의 &amp; 회의록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2회 이상 진행, 회의록 공유 채널 업로드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이슈 공유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특이 고객 사항 팀원 전체 공유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특이사항 기록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성향·선호·불만 등 상세 기록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재방문 이력 조회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방문 즉시 과거 기록 확인 후 응대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VIP 고객 리스트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설정 및 리스트 최신화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케어콜 진행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 후 3~7일 이내 첫 케어콜 — 결과 기록 업데이트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230368"/>
            <a:ext cx="11457432" cy="923544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" y="5321808"/>
            <a:ext cx="11247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기록: 이름·연락처·방문일·구매 제품·피부 고민·특이사항·다음 방문 예정일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VIP 기준: 누적 구매액 상위 / 월 1회 이상 재방문 / 지인 소개 이력 고객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프로모션 활용  ⚠ 개선 필요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577840" cy="347472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🎁  샘플 지급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기준 수량 이상 지급 유지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신규 고객 유입 및 재방문 유도 목적만 사용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남용 금지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577840" cy="34747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1600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🎀  GWP (Gift With Purchase)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팀장 승인 하에만 지급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판매 목표 달성 고객 또는 VIP에게만 지급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지급 내역 반드시 기록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5120640"/>
            <a:ext cx="11457432" cy="141732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5193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개선 필요 사항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프로모션 지급 기준의 일관성 확보 및 GWP 남용 방지 교육 강화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B등급 → 목표 A등급: 기준 재정립 + 팀 내 공유 (2주 이내 완료)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에이브랩스 활용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269748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확인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정기적으로 에이브랩스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모니터링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8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69748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이력 조회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방문 즉시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이력 조회 후 응대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69748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 발송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2회 이상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 메시지 발송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0" y="1508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0" y="1508760"/>
            <a:ext cx="269748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0" y="1508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2377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내용 공유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5440" y="306324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전 팀장 검토 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팀원 내용 인지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11457432" cy="923544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5257800"/>
            <a:ext cx="11247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방문 시 고객 조회 및 구매 이력 확인 — 맞춤 응대의 핵심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에이브랩스 발송 내용을 팀원 모두가 정확히 인지한 후 발송 진행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트위닛 활용  ⚠ 개선 필요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· B등급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194560" cy="3200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194560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유수분 측정기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유입 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 상태 측정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651760"/>
            <a:ext cx="182880" cy="365760"/>
          </a:xfrm>
          <a:prstGeom prst="rightArrow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697480" y="150876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97480" y="1508760"/>
            <a:ext cx="2194560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9748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결과 설명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892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수치를 쉬운 말로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전달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651760"/>
            <a:ext cx="182880" cy="365760"/>
          </a:xfrm>
          <a:prstGeom prst="rightArrow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74920" y="1508760"/>
            <a:ext cx="2194560" cy="3200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74920" y="1508760"/>
            <a:ext cx="2194560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6636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트위닛 분석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제품 추천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제시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2651760"/>
            <a:ext cx="182880" cy="365760"/>
          </a:xfrm>
          <a:prstGeom prst="rightArrow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452360" y="150876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52360" y="1508760"/>
            <a:ext cx="2194560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5236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4380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추천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있는 설명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46920" y="2651760"/>
            <a:ext cx="182880" cy="365760"/>
          </a:xfrm>
          <a:prstGeom prst="rightArrow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829800" y="1508760"/>
            <a:ext cx="2194560" cy="3200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829800" y="1508760"/>
            <a:ext cx="2194560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82980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92124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자연스런 클로징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2124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유도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 예약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11457432" cy="169164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48640" y="4956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개선 필요 사항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트위닛과 유수분 측정기의 병행 활용 강화 필요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루틴에 '측정 → 분석 → 추천' 단계를 표준화하여 모든 팀원이 일관되게 실행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근태 관리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332720" y="2743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0" y="274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8점 · S등급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지각 관리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 단위 지각 월 3회 미만 (조퇴·24시간 이내 스케줄 변경 포함)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연속 근무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연속 근무 5일 이하로 관리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휴게시간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법정 휴게시간 반드시 준수 — 교대로 운영, 매장 공백 방지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휴대폰 사용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외 개인 휴대폰 사용 금지 (급한 개인 사정 제외)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핸드빌 스케줄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핸드빌 담당 스케줄 사전 배정 및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57432" cy="923544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" y="5166360"/>
            <a:ext cx="11247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지각·조퇴·스케줄 변경은 팀장에게 반드시 사전 보고</a:t>
            </a:r>
            <a:endParaRPr lang="en-US" sz="1350" dirty="0"/>
          </a:p>
          <a:p>
            <a:r>
              <a:rPr lang="en-US" sz="13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기록은 월별로 집계하여 팀 평가에 반영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 및 등급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판단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만점 (완벽 수행)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80% 이상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~ 79%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검토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 미만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개선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만점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핸드빌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유입 관리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고객 응대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판매 관리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 고객 관리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 프로모션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 에이브랩스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 트위닛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 근태 관리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7AE6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 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773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⚑  관리 기준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510235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3점 미만 영역 → 즉시 개선 대상 지정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· 담당자 · 기한을 액션플랜에 반드시 작성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920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평가 및 액션플랜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1457432" cy="118872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(내용 기재)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11457432" cy="11887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862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필요 사항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(내용 기재)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87952"/>
            <a:ext cx="11457432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4233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특이사항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(내용 기재)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650992"/>
          <a:ext cx="11457432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영역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기한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프로모션 활용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GWP 기준 불명확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지급 기준 재정립 및 팀 공유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이내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트위닛 활용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측정기 병행 부족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응대 루틴에 측정 단계 추가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팀원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67E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 이내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1089</Words>
  <Application>Microsoft Office PowerPoint</Application>
  <PresentationFormat>와이드스크린</PresentationFormat>
  <Paragraphs>295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박상준</cp:lastModifiedBy>
  <cp:revision>2</cp:revision>
  <dcterms:created xsi:type="dcterms:W3CDTF">2026-06-05T11:14:20Z</dcterms:created>
  <dcterms:modified xsi:type="dcterms:W3CDTF">2026-06-05T11:18:30Z</dcterms:modified>
</cp:coreProperties>
</file>